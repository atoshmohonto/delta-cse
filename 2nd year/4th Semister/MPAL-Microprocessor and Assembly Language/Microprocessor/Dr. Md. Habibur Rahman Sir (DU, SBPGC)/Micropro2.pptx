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24" d="100"/>
          <a:sy n="24" d="100"/>
        </p:scale>
        <p:origin x="-1834" y="-7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900D3-196A-443B-A2CA-00AA763815A8}" type="datetimeFigureOut">
              <a:rPr lang="en-US" smtClean="0"/>
              <a:t>9/19/2010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40685-B1D9-486B-A427-245E7D97CA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5029200"/>
            <a:ext cx="7391400" cy="609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Figure 1-8: Block diagram of a computer system showing the address, data and control bus structure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4235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019800"/>
            <a:ext cx="7391400" cy="609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Figure 1-9: Physical memory system of the 8086 through Pentium Pro microprocessor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2886074" cy="446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0"/>
            <a:ext cx="5930900" cy="5992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5867400"/>
            <a:ext cx="7391400" cy="609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Figure 1-9: Physical memory system of the 8086 through Pentium Pro microprocessor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681" y="990600"/>
            <a:ext cx="8935119" cy="3899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0"/>
            <a:ext cx="6953250" cy="679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083550" cy="6237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</Words>
  <Application>Microsoft Office PowerPoint</Application>
  <PresentationFormat>On-screen Show (4:3)</PresentationFormat>
  <Paragraphs>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HABIB</cp:lastModifiedBy>
  <cp:revision>6</cp:revision>
  <dcterms:created xsi:type="dcterms:W3CDTF">2010-09-20T03:33:01Z</dcterms:created>
  <dcterms:modified xsi:type="dcterms:W3CDTF">2010-09-20T03:51:31Z</dcterms:modified>
</cp:coreProperties>
</file>